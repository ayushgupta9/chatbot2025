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9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3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53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6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76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6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91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9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19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014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01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How AI Can Assist in Emergency Rooms</a:t>
            </a:r>
          </a:p>
          <a:p/>
          <a:p>
            <a:r>
              <a:rPr sz="3000" b="1">
                <a:solidFill>
                  <a:srgbClr val="000000"/>
                </a:solidFill>
              </a:rPr>
              <a:t>(AI-Powered Patient Information Retrieval)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Group members,</a:t>
            </a:r>
          </a:p>
          <a:p>
            <a:endParaRPr lang="en-IN" dirty="0"/>
          </a:p>
          <a:p>
            <a:r>
              <a:rPr lang="en-IN" dirty="0" smtClean="0" sz="3000" b="1">
                <a:solidFill>
                  <a:srgbClr val="000000"/>
                </a:solidFill>
              </a:rPr>
              <a:t>Project coordinator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78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9165" y="1250724"/>
            <a:ext cx="9144000" cy="1655762"/>
          </a:xfrm>
        </p:spPr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Current Patient-Nurse Interaction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💬 Patient: 'I feel sick...'</a:t>
            </a:r>
          </a:p>
          <a:p>
            <a:r>
              <a:rPr sz="3000" b="1">
                <a:solidFill>
                  <a:srgbClr val="000000"/>
                </a:solidFill>
              </a:rPr>
              <a:t>👩‍⚕️ Nurse: 'What are your symptoms?'</a:t>
            </a:r>
          </a:p>
          <a:p>
            <a:r>
              <a:rPr sz="3000" b="1">
                <a:solidFill>
                  <a:srgbClr val="000000"/>
                </a:solidFill>
              </a:rPr>
              <a:t>❌ Delays due to manual processes &amp; communication gaps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724975" y="2419989"/>
            <a:ext cx="7115712" cy="2829104"/>
            <a:chOff x="2829478" y="2184858"/>
            <a:chExt cx="7115712" cy="282910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478" y="3151132"/>
              <a:ext cx="1862830" cy="186283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8289" y="3238218"/>
              <a:ext cx="1775744" cy="17757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8963" y="2184858"/>
              <a:ext cx="1269841" cy="126984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525431" y="2635113"/>
              <a:ext cx="876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I’m sick</a:t>
              </a:r>
              <a:endParaRPr lang="en-IN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0848" y="2271565"/>
              <a:ext cx="1269841" cy="126984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8709898" y="2614097"/>
              <a:ext cx="12352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 smtClean="0"/>
                <a:t>Please fill this form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152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Current Challenges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⏳ Time-consuming process</a:t>
            </a:r>
          </a:p>
          <a:p>
            <a:r>
              <a:rPr sz="3000" b="1">
                <a:solidFill>
                  <a:srgbClr val="000000"/>
                </a:solidFill>
              </a:rPr>
              <a:t>🗣️ Miscommunication risks</a:t>
            </a:r>
          </a:p>
          <a:p>
            <a:r>
              <a:rPr sz="3000" b="1">
                <a:solidFill>
                  <a:srgbClr val="000000"/>
                </a:solidFill>
              </a:rPr>
              <a:t>🌎 Language barriers</a:t>
            </a:r>
          </a:p>
          <a:p>
            <a:r>
              <a:rPr sz="3000" b="1">
                <a:solidFill>
                  <a:srgbClr val="000000"/>
                </a:solidFill>
              </a:rPr>
              <a:t>🖥️ Limited access to patient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Explain the drawbacks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3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149" y="815431"/>
            <a:ext cx="6537960" cy="6127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 sz="3000" b="1">
                <a:solidFill>
                  <a:srgbClr val="000000"/>
                </a:solidFill>
              </a:rPr>
              <a:t>What are we trying to do?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415" y="2872457"/>
            <a:ext cx="1830171" cy="18301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074" y="2114811"/>
            <a:ext cx="1132115" cy="1132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2586" y="2496202"/>
            <a:ext cx="87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I’m sick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7" y="3059691"/>
            <a:ext cx="1455702" cy="14557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177" y="2118479"/>
            <a:ext cx="1132115" cy="1132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2780" y="2357702"/>
            <a:ext cx="1328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What’s wrong?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91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Understanding Large Language Models (LLMs)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🤖 Think of it as a 'Super AI Assistant' trained on medical data.</a:t>
            </a:r>
          </a:p>
          <a:p>
            <a:r>
              <a:rPr sz="3000" b="1">
                <a:solidFill>
                  <a:srgbClr val="000000"/>
                </a:solidFill>
              </a:rPr>
              <a:t>💡 Example: ChatGPT for healthcare conversations!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930" y="2689576"/>
            <a:ext cx="1269841" cy="1269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93029" y="3590085"/>
            <a:ext cx="534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Explain briefly about LLM, give the example of </a:t>
            </a:r>
            <a:r>
              <a:rPr lang="en-IN" dirty="0" err="1" smtClean="0" sz="3000" b="1">
                <a:solidFill>
                  <a:srgbClr val="000000"/>
                </a:solidFill>
              </a:rPr>
              <a:t>Chatgpt</a:t>
            </a:r>
            <a:r>
              <a:rPr lang="en-IN" dirty="0" smtClean="0" sz="3000" b="1">
                <a:solidFill>
                  <a:srgbClr val="000000"/>
                </a:solidFill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5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40" y="1618162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37605" y="539931"/>
            <a:ext cx="7130143" cy="758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000" b="1">
                <a:solidFill>
                  <a:srgbClr val="000000"/>
                </a:solidFill>
              </a:rPr>
              <a:t>AI-Powered Solution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✅ Listens to the patient</a:t>
            </a:r>
          </a:p>
          <a:p>
            <a:r>
              <a:rPr sz="3000" b="1">
                <a:solidFill>
                  <a:srgbClr val="000000"/>
                </a:solidFill>
              </a:rPr>
              <a:t>✅ Understands medical context</a:t>
            </a:r>
          </a:p>
          <a:p>
            <a:r>
              <a:rPr sz="3000" b="1">
                <a:solidFill>
                  <a:srgbClr val="000000"/>
                </a:solidFill>
              </a:rPr>
              <a:t>✅ Assists nurses with faster response</a:t>
            </a:r>
          </a:p>
        </p:txBody>
      </p:sp>
    </p:spTree>
    <p:extLst>
      <p:ext uri="{BB962C8B-B14F-4D97-AF65-F5344CB8AC3E}">
        <p14:creationId xmlns:p14="http://schemas.microsoft.com/office/powerpoint/2010/main" val="147902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Training the AI Model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📄 Used real medical forms (Patient Consent Forms)</a:t>
            </a:r>
          </a:p>
          <a:p>
            <a:r>
              <a:rPr sz="3000" b="1">
                <a:solidFill>
                  <a:srgbClr val="000000"/>
                </a:solidFill>
              </a:rPr>
              <a:t>🗣️ Trained in both German &amp; English</a:t>
            </a:r>
          </a:p>
          <a:p>
            <a:r>
              <a:rPr sz="3000" b="1">
                <a:solidFill>
                  <a:srgbClr val="000000"/>
                </a:solidFill>
              </a:rPr>
              <a:t>🎯 Making the AI multilingual &amp; context-aware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6451" y="2392679"/>
            <a:ext cx="65945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Patient Consent Form Template by Medical Informatics Initiative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Trained the LLM in both German and English documents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4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Results &amp; Impact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✅ Faster patient triage</a:t>
            </a:r>
          </a:p>
          <a:p>
            <a:r>
              <a:rPr sz="3000" b="1">
                <a:solidFill>
                  <a:srgbClr val="000000"/>
                </a:solidFill>
              </a:rPr>
              <a:t>✅ Improved communication</a:t>
            </a:r>
          </a:p>
          <a:p>
            <a:r>
              <a:rPr sz="3000" b="1">
                <a:solidFill>
                  <a:srgbClr val="000000"/>
                </a:solidFill>
              </a:rPr>
              <a:t>✅ More efficient emergency response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564" y="2041531"/>
            <a:ext cx="7098280" cy="324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2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594" y="1916159"/>
            <a:ext cx="6662245" cy="321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1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Pr>
    <a:gradFill rotWithShape="1">
      <a:gsLst>
        <a:gs pos="0">
          <a:schemeClr val="accent1"/>
        </a:gs>
        <a:gs pos="100000">
          <a:schemeClr val="accent2"/>
        </a:gs>
      </a:gsLst>
      <a:lin ang="5400000" scaled="1"/>
    </a:gradFill>
  </p:bgPr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6577" y="6699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000" b="1">
                <a:solidFill>
                  <a:srgbClr val="000000"/>
                </a:solidFill>
              </a:rPr>
              <a:t>What’s Next?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🔊 AI can listen &amp; speak! (Speech-to-Text &amp; Text-to-Speech)</a:t>
            </a:r>
          </a:p>
          <a:p>
            <a:r>
              <a:rPr sz="3000" b="1">
                <a:solidFill>
                  <a:srgbClr val="000000"/>
                </a:solidFill>
              </a:rPr>
              <a:t>🦾 Virtual assistant for medical queries</a:t>
            </a:r>
          </a:p>
          <a:p>
            <a:r>
              <a:rPr sz="3000" b="1">
                <a:solidFill>
                  <a:srgbClr val="000000"/>
                </a:solidFill>
              </a:rPr>
              <a:t>📈 Expanding AI’s knowledge for complex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6051" y="2105296"/>
            <a:ext cx="66555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Speech To Text(STT) module: Whisper API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Text To Speech (TTS) module: </a:t>
            </a:r>
          </a:p>
          <a:p>
            <a:pPr>
              <a:lnSpc>
                <a:spcPct val="150000"/>
              </a:lnSpc>
            </a:pPr>
            <a:r>
              <a:rPr lang="en-IN" sz="3000" dirty="0" b="1">
                <a:solidFill>
                  <a:srgbClr val="000000"/>
                </a:solidFill>
              </a:rPr>
              <a:t> </a:t>
            </a:r>
            <a:r>
              <a:rPr lang="en-IN" sz="3000" dirty="0" smtClean="0" b="1">
                <a:solidFill>
                  <a:srgbClr val="000000"/>
                </a:solidFill>
              </a:rPr>
              <a:t>            Prototyped using PYTTSX</a:t>
            </a:r>
            <a:r>
              <a:rPr lang="en-IN" sz="3000" dirty="0" b="1">
                <a:solidFill>
                  <a:srgbClr val="000000"/>
                </a:solidFill>
              </a:rPr>
              <a:t>.</a:t>
            </a:r>
            <a:r>
              <a:rPr lang="en-IN" sz="3000" dirty="0" smtClean="0" b="1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3000" dirty="0" b="1">
                <a:solidFill>
                  <a:srgbClr val="000000"/>
                </a:solidFill>
              </a:rPr>
              <a:t> </a:t>
            </a:r>
            <a:r>
              <a:rPr lang="en-IN" sz="3000" dirty="0" smtClean="0" b="1">
                <a:solidFill>
                  <a:srgbClr val="000000"/>
                </a:solidFill>
              </a:rPr>
              <a:t>            Better options: Coqui TTS, Bark TTS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Virtual avatar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Train the system to answer a wider range of </a:t>
            </a:r>
            <a:r>
              <a:rPr lang="en-IN" sz="3000" dirty="0" b="1">
                <a:solidFill>
                  <a:srgbClr val="000000"/>
                </a:solidFill>
              </a:rPr>
              <a:t>m</a:t>
            </a:r>
            <a:r>
              <a:rPr lang="en-IN" sz="3000" dirty="0" smtClean="0" b="1">
                <a:solidFill>
                  <a:srgbClr val="000000"/>
                </a:solidFill>
              </a:rPr>
              <a:t>edical queries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987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126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LLM based patient information retrieval system</vt:lpstr>
      <vt:lpstr>PowerPoint Presentation</vt:lpstr>
      <vt:lpstr>Drawbacks</vt:lpstr>
      <vt:lpstr>PowerPoint Presentation</vt:lpstr>
      <vt:lpstr>Large Language Model</vt:lpstr>
      <vt:lpstr>PowerPoint Presentation</vt:lpstr>
      <vt:lpstr>Data we worked on</vt:lpstr>
      <vt:lpstr>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based patient information retrieval system</dc:title>
  <dc:creator>SamAdmin</dc:creator>
  <cp:lastModifiedBy>SamAdmin</cp:lastModifiedBy>
  <cp:revision>6</cp:revision>
  <dcterms:created xsi:type="dcterms:W3CDTF">2025-02-13T10:51:15Z</dcterms:created>
  <dcterms:modified xsi:type="dcterms:W3CDTF">2025-02-13T11:49:53Z</dcterms:modified>
</cp:coreProperties>
</file>