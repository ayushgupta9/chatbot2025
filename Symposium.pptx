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9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3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53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76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76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6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91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9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19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0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E5357-940B-4335-B207-2437E3CA89E8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EE8A8-8828-4AC0-89B3-ED2B5B0F5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01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LLM based patient information retrieval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Group members,</a:t>
            </a:r>
          </a:p>
          <a:p>
            <a:endParaRPr lang="en-IN" dirty="0"/>
          </a:p>
          <a:p>
            <a:r>
              <a:rPr lang="en-IN" dirty="0" smtClean="0"/>
              <a:t>Project coordinator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78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9165" y="1250724"/>
            <a:ext cx="9144000" cy="1655762"/>
          </a:xfrm>
        </p:spPr>
        <p:txBody>
          <a:bodyPr/>
          <a:lstStyle/>
          <a:p>
            <a:r>
              <a:rPr lang="en-IN" dirty="0" smtClean="0"/>
              <a:t>How does an patient - ER nurse conversation happens now?</a:t>
            </a:r>
            <a:endParaRPr lang="en-IN" dirty="0"/>
          </a:p>
        </p:txBody>
      </p:sp>
      <p:grpSp>
        <p:nvGrpSpPr>
          <p:cNvPr id="10" name="Group 9"/>
          <p:cNvGrpSpPr/>
          <p:nvPr/>
        </p:nvGrpSpPr>
        <p:grpSpPr>
          <a:xfrm>
            <a:off x="2724975" y="2419989"/>
            <a:ext cx="7115712" cy="2829104"/>
            <a:chOff x="2829478" y="2184858"/>
            <a:chExt cx="7115712" cy="282910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478" y="3151132"/>
              <a:ext cx="1862830" cy="186283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8289" y="3238218"/>
              <a:ext cx="1775744" cy="17757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8963" y="2184858"/>
              <a:ext cx="1269841" cy="126984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525431" y="2635113"/>
              <a:ext cx="876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smtClean="0"/>
                <a:t>I’m sick</a:t>
              </a:r>
              <a:endParaRPr lang="en-IN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0848" y="2271565"/>
              <a:ext cx="1269841" cy="126984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8709898" y="2614097"/>
              <a:ext cx="12352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 smtClean="0"/>
                <a:t>Please fill this form</a:t>
              </a:r>
              <a:endParaRPr lang="en-IN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152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Drawbacks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Explain the drawbacks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3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149" y="815431"/>
            <a:ext cx="6537960" cy="61277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What are we trying to do?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415" y="2872457"/>
            <a:ext cx="1830171" cy="18301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074" y="2114811"/>
            <a:ext cx="1132115" cy="1132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2586" y="2496202"/>
            <a:ext cx="876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I’m sick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77" y="3059691"/>
            <a:ext cx="1455702" cy="14557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177" y="2118479"/>
            <a:ext cx="1132115" cy="1132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2780" y="2357702"/>
            <a:ext cx="1328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What’s wrong?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91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Large Language Model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930" y="2689576"/>
            <a:ext cx="1269841" cy="1269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93029" y="3590085"/>
            <a:ext cx="534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Explain briefly about LLM, give the example of </a:t>
            </a:r>
            <a:r>
              <a:rPr lang="en-IN" dirty="0" err="1" smtClean="0"/>
              <a:t>Chatgpt</a:t>
            </a: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5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40" y="1618162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37605" y="539931"/>
            <a:ext cx="7130143" cy="7588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/>
              <a:t>Proposed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02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we worked on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176451" y="2392679"/>
            <a:ext cx="65945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Patient Consent Form Template by Medical Informatics Initiative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Trained the LLM in both German and English documents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4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Results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564" y="2041531"/>
            <a:ext cx="7098280" cy="324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2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594" y="1916159"/>
            <a:ext cx="6662245" cy="321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1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6577" y="6699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 smtClean="0"/>
              <a:t>Further developments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786051" y="2105296"/>
            <a:ext cx="66555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Speech To Text(STT) module: Whisper API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Text To Speech (TTS) module: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</a:t>
            </a:r>
            <a:r>
              <a:rPr lang="en-IN" sz="2000" dirty="0" smtClean="0"/>
              <a:t>            Prototyped using PYTTSX</a:t>
            </a:r>
            <a:r>
              <a:rPr lang="en-IN" sz="2000" dirty="0"/>
              <a:t>.</a:t>
            </a:r>
            <a:r>
              <a:rPr lang="en-IN" sz="20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</a:t>
            </a:r>
            <a:r>
              <a:rPr lang="en-IN" sz="2000" dirty="0" smtClean="0"/>
              <a:t>            Better options: Coqui TTS, Bark TTS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Virtual avatar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/>
              <a:t>Train the system to answer a wider range of </a:t>
            </a:r>
            <a:r>
              <a:rPr lang="en-IN" sz="2000" dirty="0"/>
              <a:t>m</a:t>
            </a:r>
            <a:r>
              <a:rPr lang="en-IN" sz="2000" dirty="0" smtClean="0"/>
              <a:t>edical queries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987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126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LLM based patient information retrieval system</vt:lpstr>
      <vt:lpstr>PowerPoint Presentation</vt:lpstr>
      <vt:lpstr>Drawbacks</vt:lpstr>
      <vt:lpstr>PowerPoint Presentation</vt:lpstr>
      <vt:lpstr>Large Language Model</vt:lpstr>
      <vt:lpstr>PowerPoint Presentation</vt:lpstr>
      <vt:lpstr>Data we worked on</vt:lpstr>
      <vt:lpstr>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based patient information retrieval system</dc:title>
  <dc:creator>SamAdmin</dc:creator>
  <cp:lastModifiedBy>SamAdmin</cp:lastModifiedBy>
  <cp:revision>6</cp:revision>
  <dcterms:created xsi:type="dcterms:W3CDTF">2025-02-13T10:51:15Z</dcterms:created>
  <dcterms:modified xsi:type="dcterms:W3CDTF">2025-02-13T11:49:53Z</dcterms:modified>
</cp:coreProperties>
</file>