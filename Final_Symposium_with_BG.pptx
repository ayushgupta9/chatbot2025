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9" r:id="rId4"/>
    <p:sldId id="258" r:id="rId5"/>
    <p:sldId id="260" r:id="rId6"/>
    <p:sldId id="261" r:id="rId7"/>
    <p:sldId id="265" r:id="rId8"/>
    <p:sldId id="262" r:id="rId9"/>
    <p:sldId id="263" r:id="rId10"/>
    <p:sldId id="264" r:id="rId11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995" autoAdjust="0"/>
    <p:restoredTop sz="94660"/>
  </p:normalViewPr>
  <p:slideViewPr>
    <p:cSldViewPr snapToGrid="0">
      <p:cViewPr varScale="1">
        <p:scale>
          <a:sx n="88" d="100"/>
          <a:sy n="88" d="100"/>
        </p:scale>
        <p:origin x="494" y="6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presProps" Target="presProps.xml"/><Relationship Id="rId13" Type="http://schemas.openxmlformats.org/officeDocument/2006/relationships/viewProps" Target="viewProps.xml"/><Relationship Id="rId14" Type="http://schemas.openxmlformats.org/officeDocument/2006/relationships/theme" Target="theme/theme1.xml"/><Relationship Id="rId15" Type="http://schemas.openxmlformats.org/officeDocument/2006/relationships/tableStyles" Target="tableStyles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smtClean="0"/>
              <a:t>Click to edit Master subtitle style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CE5357-940B-4335-B207-2437E3CA89E8}" type="datetimeFigureOut">
              <a:rPr lang="en-IN" smtClean="0"/>
              <a:t>13-02-2025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85EE8A8-8828-4AC0-89B3-ED2B5B0F585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81259972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CE5357-940B-4335-B207-2437E3CA89E8}" type="datetimeFigureOut">
              <a:rPr lang="en-IN" smtClean="0"/>
              <a:t>13-02-2025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85EE8A8-8828-4AC0-89B3-ED2B5B0F585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83963651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CE5357-940B-4335-B207-2437E3CA89E8}" type="datetimeFigureOut">
              <a:rPr lang="en-IN" smtClean="0"/>
              <a:t>13-02-2025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85EE8A8-8828-4AC0-89B3-ED2B5B0F585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90253365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IN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IN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CE5357-940B-4335-B207-2437E3CA89E8}" type="datetimeFigureOut">
              <a:rPr lang="en-IN" smtClean="0"/>
              <a:t>13-02-2025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85EE8A8-8828-4AC0-89B3-ED2B5B0F585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13976993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IN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IN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CE5357-940B-4335-B207-2437E3CA89E8}" type="datetimeFigureOut">
              <a:rPr lang="en-IN" smtClean="0"/>
              <a:t>13-02-2025</a:t>
            </a:fld>
            <a:endParaRPr lang="en-IN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85EE8A8-8828-4AC0-89B3-ED2B5B0F585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71176241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CE5357-940B-4335-B207-2437E3CA89E8}" type="datetimeFigureOut">
              <a:rPr lang="en-IN" smtClean="0"/>
              <a:t>13-02-2025</a:t>
            </a:fld>
            <a:endParaRPr lang="en-IN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85EE8A8-8828-4AC0-89B3-ED2B5B0F585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21336777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CE5357-940B-4335-B207-2437E3CA89E8}" type="datetimeFigureOut">
              <a:rPr lang="en-IN" smtClean="0"/>
              <a:t>13-02-2025</a:t>
            </a:fld>
            <a:endParaRPr lang="en-IN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85EE8A8-8828-4AC0-89B3-ED2B5B0F585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56729543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IN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CE5357-940B-4335-B207-2437E3CA89E8}" type="datetimeFigureOut">
              <a:rPr lang="en-IN" smtClean="0"/>
              <a:t>13-02-2025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85EE8A8-8828-4AC0-89B3-ED2B5B0F585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37291708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CE5357-940B-4335-B207-2437E3CA89E8}" type="datetimeFigureOut">
              <a:rPr lang="en-IN" smtClean="0"/>
              <a:t>13-02-2025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85EE8A8-8828-4AC0-89B3-ED2B5B0F585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34399576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CE5357-940B-4335-B207-2437E3CA89E8}" type="datetimeFigureOut">
              <a:rPr lang="en-IN" smtClean="0"/>
              <a:t>13-02-2025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85EE8A8-8828-4AC0-89B3-ED2B5B0F585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03219237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CE5357-940B-4335-B207-2437E3CA89E8}" type="datetimeFigureOut">
              <a:rPr lang="en-IN" smtClean="0"/>
              <a:t>13-02-2025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85EE8A8-8828-4AC0-89B3-ED2B5B0F585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199501413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CCE5357-940B-4335-B207-2437E3CA89E8}" type="datetimeFigureOut">
              <a:rPr lang="en-IN" smtClean="0"/>
              <a:t>13-02-2025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85EE8A8-8828-4AC0-89B3-ED2B5B0F585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14801996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image" Target="../media/image3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.png"/><Relationship Id="rId3" Type="http://schemas.openxmlformats.org/officeDocument/2006/relationships/image" Target="../media/image3.png"/><Relationship Id="rId4" Type="http://schemas.openxmlformats.org/officeDocument/2006/relationships/image" Target="../media/image4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5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6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7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6F2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sz="3000" b="1">
                <a:solidFill>
                  <a:srgbClr val="000000"/>
                </a:solidFill>
              </a:rPr>
              <a:t>How AI Can Assist in Emergency Rooms</a:t>
            </a:r>
          </a:p>
          <a:p/>
          <a:p>
            <a:r>
              <a:rPr sz="3000" b="1">
                <a:solidFill>
                  <a:srgbClr val="000000"/>
                </a:solidFill>
              </a:rPr>
              <a:t>(AI-Powered Patient Information Retrieval)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IN" dirty="0" smtClean="0" sz="3000" b="1">
                <a:solidFill>
                  <a:srgbClr val="000000"/>
                </a:solidFill>
              </a:rPr>
              <a:t>Group members,</a:t>
            </a:r>
          </a:p>
          <a:p>
            <a:endParaRPr lang="en-IN" dirty="0"/>
          </a:p>
          <a:p>
            <a:r>
              <a:rPr lang="en-IN" dirty="0" smtClean="0" sz="3000" b="1">
                <a:solidFill>
                  <a:srgbClr val="000000"/>
                </a:solidFill>
              </a:rPr>
              <a:t>Project coordinator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93878736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6F2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489165" y="1250724"/>
            <a:ext cx="9144000" cy="1655762"/>
          </a:xfrm>
        </p:spPr>
        <p:txBody>
          <a:bodyPr/>
          <a:lstStyle/>
          <a:p>
            <a:r>
              <a:rPr sz="3000" b="1">
                <a:solidFill>
                  <a:srgbClr val="000000"/>
                </a:solidFill>
              </a:rPr>
              <a:t>Current Patient-Nurse Interaction</a:t>
            </a:r>
          </a:p>
          <a:p/>
          <a:p>
            <a:r>
              <a:rPr sz="3000" b="1">
                <a:solidFill>
                  <a:srgbClr val="000000"/>
                </a:solidFill>
              </a:rPr>
              <a:t>💬 Patient: 'I feel sick...'</a:t>
            </a:r>
          </a:p>
          <a:p>
            <a:r>
              <a:rPr sz="3000" b="1">
                <a:solidFill>
                  <a:srgbClr val="000000"/>
                </a:solidFill>
              </a:rPr>
              <a:t>👩‍⚕️ Nurse: 'What are your symptoms?'</a:t>
            </a:r>
          </a:p>
          <a:p>
            <a:r>
              <a:rPr sz="3000" b="1">
                <a:solidFill>
                  <a:srgbClr val="000000"/>
                </a:solidFill>
              </a:rPr>
              <a:t>❌ Delays due to manual processes &amp; communication gaps</a:t>
            </a:r>
          </a:p>
        </p:txBody>
      </p:sp>
      <p:grpSp>
        <p:nvGrpSpPr>
          <p:cNvPr id="10" name="Group 9"/>
          <p:cNvGrpSpPr/>
          <p:nvPr/>
        </p:nvGrpSpPr>
        <p:grpSpPr>
          <a:xfrm>
            <a:off x="2724975" y="2419989"/>
            <a:ext cx="7115712" cy="2829104"/>
            <a:chOff x="2829478" y="2184858"/>
            <a:chExt cx="7115712" cy="2829104"/>
          </a:xfrm>
        </p:grpSpPr>
        <p:pic>
          <p:nvPicPr>
            <p:cNvPr id="4" name="Picture 3"/>
            <p:cNvPicPr>
              <a:picLocks noChangeAspect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2829478" y="3151132"/>
              <a:ext cx="1862830" cy="1862830"/>
            </a:xfrm>
            <a:prstGeom prst="rect">
              <a:avLst/>
            </a:prstGeom>
          </p:spPr>
        </p:pic>
        <p:pic>
          <p:nvPicPr>
            <p:cNvPr id="5" name="Picture 4"/>
            <p:cNvPicPr>
              <a:picLocks noChangeAspect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7098289" y="3238218"/>
              <a:ext cx="1775744" cy="1775744"/>
            </a:xfrm>
            <a:prstGeom prst="rect">
              <a:avLst/>
            </a:prstGeom>
          </p:spPr>
        </p:pic>
        <p:pic>
          <p:nvPicPr>
            <p:cNvPr id="6" name="Picture 5"/>
            <p:cNvPicPr>
              <a:picLocks noChangeAspect="1"/>
            </p:cNvPicPr>
            <p:nvPr/>
          </p:nvPicPr>
          <p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4328963" y="2184858"/>
              <a:ext cx="1269841" cy="1269841"/>
            </a:xfrm>
            <a:prstGeom prst="rect">
              <a:avLst/>
            </a:prstGeom>
          </p:spPr>
        </p:pic>
        <p:sp>
          <p:nvSpPr>
            <p:cNvPr id="7" name="TextBox 6"/>
            <p:cNvSpPr txBox="1"/>
            <p:nvPr/>
          </p:nvSpPr>
          <p:spPr>
            <a:xfrm>
              <a:off x="4525431" y="2635113"/>
              <a:ext cx="876907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IN" dirty="0" smtClean="0"/>
                <a:t>I’m sick</a:t>
              </a:r>
              <a:endParaRPr lang="en-IN" dirty="0"/>
            </a:p>
          </p:txBody>
        </p:sp>
        <p:pic>
          <p:nvPicPr>
            <p:cNvPr id="8" name="Picture 7"/>
            <p:cNvPicPr>
              <a:picLocks noChangeAspect="1"/>
            </p:cNvPicPr>
            <p:nvPr/>
          </p:nvPicPr>
          <p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8530848" y="2271565"/>
              <a:ext cx="1269841" cy="1269841"/>
            </a:xfrm>
            <a:prstGeom prst="rect">
              <a:avLst/>
            </a:prstGeom>
          </p:spPr>
        </p:pic>
        <p:sp>
          <p:nvSpPr>
            <p:cNvPr id="9" name="TextBox 8"/>
            <p:cNvSpPr txBox="1"/>
            <p:nvPr/>
          </p:nvSpPr>
          <p:spPr>
            <a:xfrm>
              <a:off x="8709898" y="2614097"/>
              <a:ext cx="1235292" cy="58477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IN" sz="1600" dirty="0" smtClean="0"/>
                <a:t>Please fill this form</a:t>
              </a:r>
              <a:endParaRPr lang="en-IN" sz="1600" dirty="0"/>
            </a:p>
          </p:txBody>
        </p:sp>
      </p:grpSp>
    </p:spTree>
    <p:extLst>
      <p:ext uri="{BB962C8B-B14F-4D97-AF65-F5344CB8AC3E}">
        <p14:creationId xmlns:p14="http://schemas.microsoft.com/office/powerpoint/2010/main" val="116152372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6F2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3000" b="1">
                <a:solidFill>
                  <a:srgbClr val="000000"/>
                </a:solidFill>
              </a:rPr>
              <a:t>Current Challenges</a:t>
            </a:r>
          </a:p>
          <a:p/>
          <a:p>
            <a:r>
              <a:rPr sz="3000" b="1">
                <a:solidFill>
                  <a:srgbClr val="000000"/>
                </a:solidFill>
              </a:rPr>
              <a:t>⏳ Time-consuming process</a:t>
            </a:r>
          </a:p>
          <a:p>
            <a:r>
              <a:rPr sz="3000" b="1">
                <a:solidFill>
                  <a:srgbClr val="000000"/>
                </a:solidFill>
              </a:rPr>
              <a:t>🗣️ Miscommunication risks</a:t>
            </a:r>
          </a:p>
          <a:p>
            <a:r>
              <a:rPr sz="3000" b="1">
                <a:solidFill>
                  <a:srgbClr val="000000"/>
                </a:solidFill>
              </a:rPr>
              <a:t>🌎 Language barriers</a:t>
            </a:r>
          </a:p>
          <a:p>
            <a:r>
              <a:rPr sz="3000" b="1">
                <a:solidFill>
                  <a:srgbClr val="000000"/>
                </a:solidFill>
              </a:rPr>
              <a:t>🖥️ Limited access to patient history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IN" dirty="0" smtClean="0" sz="3000" b="1">
                <a:solidFill>
                  <a:srgbClr val="000000"/>
                </a:solidFill>
              </a:rPr>
              <a:t>Explain the drawbacks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42073442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6F2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81149" y="815431"/>
            <a:ext cx="6537960" cy="612775"/>
          </a:xfrm>
        </p:spPr>
        <p:txBody>
          <a:bodyPr/>
          <a:lstStyle/>
          <a:p>
            <a:pPr marL="0" indent="0">
              <a:buNone/>
            </a:pPr>
            <a:r>
              <a:rPr lang="en-IN" dirty="0" smtClean="0" sz="3000" b="1">
                <a:solidFill>
                  <a:srgbClr val="000000"/>
                </a:solidFill>
              </a:rPr>
              <a:t>What are we trying to do?</a:t>
            </a:r>
            <a:endParaRPr lang="en-IN" dirty="0"/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552415" y="2872457"/>
            <a:ext cx="1830171" cy="1830171"/>
          </a:xfrm>
          <a:prstGeom prst="rect">
            <a:avLst/>
          </a:prstGeom>
        </p:spPr>
      </p:pic>
      <p:pic>
        <p:nvPicPr>
          <p:cNvPr id="5" name="Picture 4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241074" y="2114811"/>
            <a:ext cx="1132115" cy="1132115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4382586" y="2496202"/>
            <a:ext cx="87690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dirty="0" smtClean="0" sz="3000" b="1">
                <a:solidFill>
                  <a:srgbClr val="000000"/>
                </a:solidFill>
              </a:rPr>
              <a:t>I’m sick</a:t>
            </a:r>
            <a:endParaRPr lang="en-IN" dirty="0"/>
          </a:p>
        </p:txBody>
      </p:sp>
      <p:pic>
        <p:nvPicPr>
          <p:cNvPr id="7" name="Picture 6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594677" y="3059691"/>
            <a:ext cx="1455702" cy="1455702"/>
          </a:xfrm>
          <a:prstGeom prst="rect">
            <a:avLst/>
          </a:prstGeom>
        </p:spPr>
      </p:pic>
      <p:pic>
        <p:nvPicPr>
          <p:cNvPr id="8" name="Picture 7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765177" y="2118479"/>
            <a:ext cx="1132115" cy="1132115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8892780" y="2357702"/>
            <a:ext cx="1328099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dirty="0" smtClean="0" sz="3000" b="1">
                <a:solidFill>
                  <a:srgbClr val="000000"/>
                </a:solidFill>
              </a:rPr>
              <a:t>What’s wrong?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11291045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6F2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3000" b="1">
                <a:solidFill>
                  <a:srgbClr val="000000"/>
                </a:solidFill>
              </a:rPr>
              <a:t>Understanding Large Language Models (LLMs)</a:t>
            </a:r>
          </a:p>
          <a:p/>
          <a:p>
            <a:r>
              <a:rPr sz="3000" b="1">
                <a:solidFill>
                  <a:srgbClr val="000000"/>
                </a:solidFill>
              </a:rPr>
              <a:t>🤖 Think of it as a 'Super AI Assistant' trained on medical data.</a:t>
            </a:r>
          </a:p>
          <a:p>
            <a:r>
              <a:rPr sz="3000" b="1">
                <a:solidFill>
                  <a:srgbClr val="000000"/>
                </a:solidFill>
              </a:rPr>
              <a:t>💡 Example: ChatGPT for healthcare conversations!</a:t>
            </a:r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50930" y="2689576"/>
            <a:ext cx="1269841" cy="1269841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4093029" y="3590085"/>
            <a:ext cx="534729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dirty="0" smtClean="0" sz="3000" b="1">
                <a:solidFill>
                  <a:srgbClr val="000000"/>
                </a:solidFill>
              </a:rPr>
              <a:t>Explain briefly about LLM, give the example of </a:t>
            </a:r>
            <a:r>
              <a:rPr lang="en-IN" dirty="0" err="1" smtClean="0" sz="3000" b="1">
                <a:solidFill>
                  <a:srgbClr val="000000"/>
                </a:solidFill>
              </a:rPr>
              <a:t>Chatgpt</a:t>
            </a:r>
            <a:r>
              <a:rPr lang="en-IN" dirty="0" smtClean="0" sz="3000" b="1">
                <a:solidFill>
                  <a:srgbClr val="000000"/>
                </a:solidFill>
              </a:rPr>
              <a:t> 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41765422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6F2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767840" y="1618162"/>
            <a:ext cx="9144000" cy="5143500"/>
          </a:xfrm>
          <a:prstGeom prst="rect">
            <a:avLst/>
          </a:prstGeom>
        </p:spPr>
      </p:pic>
      <p:sp>
        <p:nvSpPr>
          <p:cNvPr id="5" name="Title 1"/>
          <p:cNvSpPr txBox="1">
            <a:spLocks/>
          </p:cNvSpPr>
          <p:nvPr/>
        </p:nvSpPr>
        <p:spPr>
          <a:xfrm>
            <a:off x="437605" y="539931"/>
            <a:ext cx="7130143" cy="758871"/>
          </a:xfrm>
          <a:prstGeom prst="rect">
            <a:avLst/>
          </a:prstGeom>
        </p:spPr>
        <p:txBody>
          <a:bodyPr vert="horz" lIns="91440" tIns="45720" rIns="91440" bIns="45720" rtlCol="0" anchor="b">
            <a:normAutofit fontScale="92500" lnSpcReduction="20000"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sz="3000" b="1">
                <a:solidFill>
                  <a:srgbClr val="000000"/>
                </a:solidFill>
              </a:rPr>
              <a:t>AI-Powered Solution</a:t>
            </a:r>
          </a:p>
          <a:p/>
          <a:p>
            <a:r>
              <a:rPr sz="3000" b="1">
                <a:solidFill>
                  <a:srgbClr val="000000"/>
                </a:solidFill>
              </a:rPr>
              <a:t>✅ Listens to the patient</a:t>
            </a:r>
          </a:p>
          <a:p>
            <a:r>
              <a:rPr sz="3000" b="1">
                <a:solidFill>
                  <a:srgbClr val="000000"/>
                </a:solidFill>
              </a:rPr>
              <a:t>✅ Understands medical context</a:t>
            </a:r>
          </a:p>
          <a:p>
            <a:r>
              <a:rPr sz="3000" b="1">
                <a:solidFill>
                  <a:srgbClr val="000000"/>
                </a:solidFill>
              </a:rPr>
              <a:t>✅ Assists nurses with faster response</a:t>
            </a:r>
          </a:p>
        </p:txBody>
      </p:sp>
    </p:spTree>
    <p:extLst>
      <p:ext uri="{BB962C8B-B14F-4D97-AF65-F5344CB8AC3E}">
        <p14:creationId xmlns:p14="http://schemas.microsoft.com/office/powerpoint/2010/main" val="1479028057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6F2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3000" b="1">
                <a:solidFill>
                  <a:srgbClr val="000000"/>
                </a:solidFill>
              </a:rPr>
              <a:t>Training the AI Model</a:t>
            </a:r>
          </a:p>
          <a:p/>
          <a:p>
            <a:r>
              <a:rPr sz="3000" b="1">
                <a:solidFill>
                  <a:srgbClr val="000000"/>
                </a:solidFill>
              </a:rPr>
              <a:t>📄 Used real medical forms (Patient Consent Forms)</a:t>
            </a:r>
          </a:p>
          <a:p>
            <a:r>
              <a:rPr sz="3000" b="1">
                <a:solidFill>
                  <a:srgbClr val="000000"/>
                </a:solidFill>
              </a:rPr>
              <a:t>🗣️ Trained in both German &amp; English</a:t>
            </a:r>
          </a:p>
          <a:p>
            <a:r>
              <a:rPr sz="3000" b="1">
                <a:solidFill>
                  <a:srgbClr val="000000"/>
                </a:solidFill>
              </a:rPr>
              <a:t>🎯 Making the AI multilingual &amp; context-aware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176451" y="2392679"/>
            <a:ext cx="6594565" cy="14773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sz="3000" dirty="0" smtClean="0" b="1">
                <a:solidFill>
                  <a:srgbClr val="000000"/>
                </a:solidFill>
              </a:rPr>
              <a:t>Patient Consent Form Template by Medical Informatics Initiative</a:t>
            </a: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sz="3000" dirty="0" smtClean="0" b="1">
                <a:solidFill>
                  <a:srgbClr val="000000"/>
                </a:solidFill>
              </a:rPr>
              <a:t>Trained the LLM in both German and English documents</a:t>
            </a:r>
            <a:endParaRPr lang="en-IN" sz="2000" dirty="0"/>
          </a:p>
        </p:txBody>
      </p:sp>
    </p:spTree>
    <p:extLst>
      <p:ext uri="{BB962C8B-B14F-4D97-AF65-F5344CB8AC3E}">
        <p14:creationId xmlns:p14="http://schemas.microsoft.com/office/powerpoint/2010/main" val="40944183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6F2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3000" b="1">
                <a:solidFill>
                  <a:srgbClr val="000000"/>
                </a:solidFill>
              </a:rPr>
              <a:t>Results &amp; Impact</a:t>
            </a:r>
          </a:p>
          <a:p/>
          <a:p>
            <a:r>
              <a:rPr sz="3000" b="1">
                <a:solidFill>
                  <a:srgbClr val="000000"/>
                </a:solidFill>
              </a:rPr>
              <a:t>✅ Faster patient triage</a:t>
            </a:r>
          </a:p>
          <a:p>
            <a:r>
              <a:rPr sz="3000" b="1">
                <a:solidFill>
                  <a:srgbClr val="000000"/>
                </a:solidFill>
              </a:rPr>
              <a:t>✅ Improved communication</a:t>
            </a:r>
          </a:p>
          <a:p>
            <a:r>
              <a:rPr sz="3000" b="1">
                <a:solidFill>
                  <a:srgbClr val="000000"/>
                </a:solidFill>
              </a:rPr>
              <a:t>✅ More efficient emergency response</a:t>
            </a:r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079564" y="2041531"/>
            <a:ext cx="7098280" cy="324457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22221267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6F2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067594" y="1916159"/>
            <a:ext cx="6662245" cy="321545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60814602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6F2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 txBox="1">
            <a:spLocks/>
          </p:cNvSpPr>
          <p:nvPr/>
        </p:nvSpPr>
        <p:spPr>
          <a:xfrm>
            <a:off x="916577" y="669925"/>
            <a:ext cx="10515600" cy="1325563"/>
          </a:xfrm>
          <a:prstGeom prst="rect">
            <a:avLst/>
          </a:prstGeom>
        </p:spPr>
        <p:txBody>
          <a:bodyPr/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sz="3000" b="1">
                <a:solidFill>
                  <a:srgbClr val="000000"/>
                </a:solidFill>
              </a:rPr>
              <a:t>What’s Next?</a:t>
            </a:r>
          </a:p>
          <a:p/>
          <a:p>
            <a:r>
              <a:rPr sz="3000" b="1">
                <a:solidFill>
                  <a:srgbClr val="000000"/>
                </a:solidFill>
              </a:rPr>
              <a:t>🔊 AI can listen &amp; speak! (Speech-to-Text &amp; Text-to-Speech)</a:t>
            </a:r>
          </a:p>
          <a:p>
            <a:r>
              <a:rPr sz="3000" b="1">
                <a:solidFill>
                  <a:srgbClr val="000000"/>
                </a:solidFill>
              </a:rPr>
              <a:t>🦾 Virtual assistant for medical queries</a:t>
            </a:r>
          </a:p>
          <a:p>
            <a:r>
              <a:rPr sz="3000" b="1">
                <a:solidFill>
                  <a:srgbClr val="000000"/>
                </a:solidFill>
              </a:rPr>
              <a:t>📈 Expanding AI’s knowledge for complex cases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786051" y="2105296"/>
            <a:ext cx="6655525" cy="33239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sz="3000" dirty="0" smtClean="0" b="1">
                <a:solidFill>
                  <a:srgbClr val="000000"/>
                </a:solidFill>
              </a:rPr>
              <a:t>Speech To Text(STT) module: Whisper API </a:t>
            </a: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sz="3000" dirty="0" smtClean="0" b="1">
                <a:solidFill>
                  <a:srgbClr val="000000"/>
                </a:solidFill>
              </a:rPr>
              <a:t>Text To Speech (TTS) module: </a:t>
            </a:r>
          </a:p>
          <a:p>
            <a:pPr>
              <a:lnSpc>
                <a:spcPct val="150000"/>
              </a:lnSpc>
            </a:pPr>
            <a:r>
              <a:rPr lang="en-IN" sz="3000" dirty="0" b="1">
                <a:solidFill>
                  <a:srgbClr val="000000"/>
                </a:solidFill>
              </a:rPr>
              <a:t> </a:t>
            </a:r>
            <a:r>
              <a:rPr lang="en-IN" sz="3000" dirty="0" smtClean="0" b="1">
                <a:solidFill>
                  <a:srgbClr val="000000"/>
                </a:solidFill>
              </a:rPr>
              <a:t>            Prototyped using PYTTSX</a:t>
            </a:r>
            <a:r>
              <a:rPr lang="en-IN" sz="3000" dirty="0" b="1">
                <a:solidFill>
                  <a:srgbClr val="000000"/>
                </a:solidFill>
              </a:rPr>
              <a:t>.</a:t>
            </a:r>
            <a:r>
              <a:rPr lang="en-IN" sz="3000" dirty="0" smtClean="0" b="1">
                <a:solidFill>
                  <a:srgbClr val="000000"/>
                </a:solidFill>
              </a:rPr>
              <a:t> </a:t>
            </a:r>
          </a:p>
          <a:p>
            <a:pPr>
              <a:lnSpc>
                <a:spcPct val="150000"/>
              </a:lnSpc>
            </a:pPr>
            <a:r>
              <a:rPr lang="en-IN" sz="3000" dirty="0" b="1">
                <a:solidFill>
                  <a:srgbClr val="000000"/>
                </a:solidFill>
              </a:rPr>
              <a:t> </a:t>
            </a:r>
            <a:r>
              <a:rPr lang="en-IN" sz="3000" dirty="0" smtClean="0" b="1">
                <a:solidFill>
                  <a:srgbClr val="000000"/>
                </a:solidFill>
              </a:rPr>
              <a:t>            Better options: Coqui TTS, Bark TTS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sz="3000" dirty="0" smtClean="0" b="1">
                <a:solidFill>
                  <a:srgbClr val="000000"/>
                </a:solidFill>
              </a:rPr>
              <a:t>Virtual avatar 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sz="3000" dirty="0" smtClean="0" b="1">
                <a:solidFill>
                  <a:srgbClr val="000000"/>
                </a:solidFill>
              </a:rPr>
              <a:t>Train the system to answer a wider range of </a:t>
            </a:r>
            <a:r>
              <a:rPr lang="en-IN" sz="3000" dirty="0" b="1">
                <a:solidFill>
                  <a:srgbClr val="000000"/>
                </a:solidFill>
              </a:rPr>
              <a:t>m</a:t>
            </a:r>
            <a:r>
              <a:rPr lang="en-IN" sz="3000" dirty="0" smtClean="0" b="1">
                <a:solidFill>
                  <a:srgbClr val="000000"/>
                </a:solidFill>
              </a:rPr>
              <a:t>edical queries</a:t>
            </a:r>
            <a:endParaRPr lang="en-IN" sz="2000" dirty="0"/>
          </a:p>
        </p:txBody>
      </p:sp>
    </p:spTree>
    <p:extLst>
      <p:ext uri="{BB962C8B-B14F-4D97-AF65-F5344CB8AC3E}">
        <p14:creationId xmlns:p14="http://schemas.microsoft.com/office/powerpoint/2010/main" val="1359872113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58</TotalTime>
  <Words>126</Words>
  <Application>Microsoft Office PowerPoint</Application>
  <PresentationFormat>Widescreen</PresentationFormat>
  <Paragraphs>26</Paragraphs>
  <Slides>10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4" baseType="lpstr">
      <vt:lpstr>Arial</vt:lpstr>
      <vt:lpstr>Calibri</vt:lpstr>
      <vt:lpstr>Calibri Light</vt:lpstr>
      <vt:lpstr>Office Theme</vt:lpstr>
      <vt:lpstr>LLM based patient information retrieval system</vt:lpstr>
      <vt:lpstr>PowerPoint Presentation</vt:lpstr>
      <vt:lpstr>Drawbacks</vt:lpstr>
      <vt:lpstr>PowerPoint Presentation</vt:lpstr>
      <vt:lpstr>Large Language Model</vt:lpstr>
      <vt:lpstr>PowerPoint Presentation</vt:lpstr>
      <vt:lpstr>Data we worked on</vt:lpstr>
      <vt:lpstr>Results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LLM based patient information retrieval system</dc:title>
  <dc:creator>SamAdmin</dc:creator>
  <cp:lastModifiedBy>SamAdmin</cp:lastModifiedBy>
  <cp:revision>6</cp:revision>
  <dcterms:created xsi:type="dcterms:W3CDTF">2025-02-13T10:51:15Z</dcterms:created>
  <dcterms:modified xsi:type="dcterms:W3CDTF">2025-02-13T11:49:53Z</dcterms:modified>
</cp:coreProperties>
</file>