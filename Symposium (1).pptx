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5" roundtripDataSignature="AMtx7mi0mjwE7Zo6xCMDbhgmP1mnsV5Dy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customschemas.google.com/relationships/presentationmetadata" Target="metadata"/><Relationship Id="rId14" Type="http://schemas.openxmlformats.org/officeDocument/2006/relationships/slide" Target="slides/slide10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0" name="Google Shape;10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7" name="Google Shape;11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6" name="Google Shape;13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7" name="Google Shape;14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0" name="Google Shape;30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1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5" name="Google Shape;35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6" name="Google Shape;36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1" name="Google Shape;41;p1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8" name="Google Shape;48;p1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9" name="Google Shape;49;p1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50" name="Google Shape;50;p1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51" name="Google Shape;51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10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10.png"/><Relationship Id="rId5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/>
              <a:t>LLM based Patient Information Retrieval System</a:t>
            </a:r>
            <a:endParaRPr/>
          </a:p>
        </p:txBody>
      </p:sp>
      <p:sp>
        <p:nvSpPr>
          <p:cNvPr id="85" name="Google Shape;85;p1"/>
          <p:cNvSpPr txBox="1"/>
          <p:nvPr>
            <p:ph idx="1" type="subTitle"/>
          </p:nvPr>
        </p:nvSpPr>
        <p:spPr>
          <a:xfrm>
            <a:off x="2593325" y="46143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Group members,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Project coordinator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"/>
          <p:cNvSpPr txBox="1"/>
          <p:nvPr>
            <p:ph idx="1" type="subTitle"/>
          </p:nvPr>
        </p:nvSpPr>
        <p:spPr>
          <a:xfrm>
            <a:off x="1523990" y="677199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20000"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How does a patient - ER nurse conversation happen now?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💬 Patient: 'I feel sick...'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👩‍⚕️ Nurse: 'What are your symptoms?'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IN"/>
              <a:t>❌ Delays due to manual processes &amp; communication gaps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grpSp>
        <p:nvGrpSpPr>
          <p:cNvPr id="91" name="Google Shape;91;p2"/>
          <p:cNvGrpSpPr/>
          <p:nvPr/>
        </p:nvGrpSpPr>
        <p:grpSpPr>
          <a:xfrm>
            <a:off x="2724975" y="2419989"/>
            <a:ext cx="7115712" cy="2829104"/>
            <a:chOff x="2829478" y="2184858"/>
            <a:chExt cx="7115712" cy="2829104"/>
          </a:xfrm>
        </p:grpSpPr>
        <p:pic>
          <p:nvPicPr>
            <p:cNvPr id="92" name="Google Shape;92;p2"/>
            <p:cNvPicPr preferRelativeResize="0"/>
            <p:nvPr/>
          </p:nvPicPr>
          <p:blipFill rotWithShape="1">
            <a:blip r:embed="rId3">
              <a:alphaModFix/>
            </a:blip>
            <a:srcRect b="0" l="0" r="0" t="0"/>
            <a:stretch/>
          </p:blipFill>
          <p:spPr>
            <a:xfrm>
              <a:off x="2829478" y="3151132"/>
              <a:ext cx="1862830" cy="186283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3" name="Google Shape;93;p2"/>
            <p:cNvPicPr preferRelativeResize="0"/>
            <p:nvPr/>
          </p:nvPicPr>
          <p:blipFill rotWithShape="1">
            <a:blip r:embed="rId4">
              <a:alphaModFix/>
            </a:blip>
            <a:srcRect b="0" l="0" r="0" t="0"/>
            <a:stretch/>
          </p:blipFill>
          <p:spPr>
            <a:xfrm>
              <a:off x="7098289" y="3238218"/>
              <a:ext cx="1775744" cy="177574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94" name="Google Shape;94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4328963" y="2184858"/>
              <a:ext cx="1269841" cy="12698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5" name="Google Shape;95;p2"/>
            <p:cNvSpPr txBox="1"/>
            <p:nvPr/>
          </p:nvSpPr>
          <p:spPr>
            <a:xfrm>
              <a:off x="4525431" y="2635113"/>
              <a:ext cx="876907" cy="36933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IN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I’m sick</a:t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pic>
          <p:nvPicPr>
            <p:cNvPr id="96" name="Google Shape;96;p2"/>
            <p:cNvPicPr preferRelativeResize="0"/>
            <p:nvPr/>
          </p:nvPicPr>
          <p:blipFill rotWithShape="1">
            <a:blip r:embed="rId5">
              <a:alphaModFix/>
            </a:blip>
            <a:srcRect b="0" l="0" r="0" t="0"/>
            <a:stretch/>
          </p:blipFill>
          <p:spPr>
            <a:xfrm>
              <a:off x="8530848" y="2271565"/>
              <a:ext cx="1269841" cy="1269841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7" name="Google Shape;97;p2"/>
            <p:cNvSpPr txBox="1"/>
            <p:nvPr/>
          </p:nvSpPr>
          <p:spPr>
            <a:xfrm>
              <a:off x="8709898" y="2614097"/>
              <a:ext cx="1235292" cy="58477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45700" lIns="91425" spcFirstLastPara="1" rIns="91425" wrap="square" tIns="45700">
              <a:sp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IN" sz="1600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Please fill this form</a:t>
              </a:r>
              <a:endParaRPr sz="1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Drawbacks</a:t>
            </a:r>
            <a:endParaRPr/>
          </a:p>
        </p:txBody>
      </p:sp>
      <p:sp>
        <p:nvSpPr>
          <p:cNvPr id="103" name="Google Shape;103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⏳ Time-consuming process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🗣️ Miscommunication risks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🌎 Language barriers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/>
              <a:t>🖥️ Limited access to patient history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"/>
          <p:cNvSpPr txBox="1"/>
          <p:nvPr>
            <p:ph idx="1" type="body"/>
          </p:nvPr>
        </p:nvSpPr>
        <p:spPr>
          <a:xfrm>
            <a:off x="1450699" y="915231"/>
            <a:ext cx="6537900" cy="6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en-IN"/>
              <a:t>What are we trying to do?</a:t>
            </a:r>
            <a:endParaRPr/>
          </a:p>
        </p:txBody>
      </p:sp>
      <p:pic>
        <p:nvPicPr>
          <p:cNvPr id="109" name="Google Shape;10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552415" y="2872457"/>
            <a:ext cx="1830171" cy="183017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0" name="Google Shape;11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41074" y="2114811"/>
            <a:ext cx="1132115" cy="113211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4"/>
          <p:cNvSpPr txBox="1"/>
          <p:nvPr/>
        </p:nvSpPr>
        <p:spPr>
          <a:xfrm>
            <a:off x="4382586" y="2496202"/>
            <a:ext cx="87690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I’m sick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" name="Google Shape;112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594677" y="3059691"/>
            <a:ext cx="1455702" cy="1455702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65177" y="2118479"/>
            <a:ext cx="1132115" cy="113211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4"/>
          <p:cNvSpPr txBox="1"/>
          <p:nvPr/>
        </p:nvSpPr>
        <p:spPr>
          <a:xfrm>
            <a:off x="8892780" y="2357702"/>
            <a:ext cx="1328099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What’s wrong?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5"/>
          <p:cNvSpPr txBox="1"/>
          <p:nvPr>
            <p:ph type="title"/>
          </p:nvPr>
        </p:nvSpPr>
        <p:spPr>
          <a:xfrm>
            <a:off x="838200" y="61990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Large Language Model</a:t>
            </a:r>
            <a:endParaRPr/>
          </a:p>
        </p:txBody>
      </p:sp>
      <p:pic>
        <p:nvPicPr>
          <p:cNvPr id="120" name="Google Shape;120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641124" y="365125"/>
            <a:ext cx="1580350" cy="1580350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5"/>
          <p:cNvSpPr txBox="1"/>
          <p:nvPr/>
        </p:nvSpPr>
        <p:spPr>
          <a:xfrm>
            <a:off x="996550" y="2905900"/>
            <a:ext cx="8163600" cy="2447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🤖 Think of it as a 'Super AI Assistant' trained on medical data.</a:t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t/>
            </a:r>
            <a:endParaRPr b="1"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</a:pPr>
            <a:r>
              <a:rPr b="1" lang="en-IN" sz="3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💡 Example: ChatGPT for healthcare conversations!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6" name="Google Shape;126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767840" y="161816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27" name="Google Shape;127;p6"/>
          <p:cNvSpPr txBox="1"/>
          <p:nvPr/>
        </p:nvSpPr>
        <p:spPr>
          <a:xfrm>
            <a:off x="437605" y="539931"/>
            <a:ext cx="7130143" cy="75887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lang="en-IN" sz="6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Proposed system</a:t>
            </a:r>
            <a:endParaRPr sz="6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/>
              <a:t>Data we worked on</a:t>
            </a:r>
            <a:endParaRPr/>
          </a:p>
        </p:txBody>
      </p:sp>
      <p:sp>
        <p:nvSpPr>
          <p:cNvPr id="133" name="Google Shape;133;p7"/>
          <p:cNvSpPr txBox="1"/>
          <p:nvPr/>
        </p:nvSpPr>
        <p:spPr>
          <a:xfrm>
            <a:off x="772525" y="1514075"/>
            <a:ext cx="9355800" cy="455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Training the AI Model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📄 Used real medical forms (Patient Consent Forms)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🗣️ Trained in both German &amp; English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🎯 Making the AI multilingual &amp; context-aware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Patient Consent Form Template by Medical Informatics Initiative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Trained the LLM in both German and English documents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8"/>
          <p:cNvSpPr txBox="1"/>
          <p:nvPr>
            <p:ph type="title"/>
          </p:nvPr>
        </p:nvSpPr>
        <p:spPr>
          <a:xfrm>
            <a:off x="838200" y="889850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 fontScale="9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Calibri"/>
              <a:buNone/>
            </a:pPr>
            <a:r>
              <a:rPr lang="en-IN"/>
              <a:t>Results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t/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rPr lang="en-IN" sz="2000"/>
              <a:t>✅ Faster patient triage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rPr lang="en-IN" sz="2000"/>
              <a:t>✅ Improved communication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rPr lang="en-IN" sz="2000"/>
              <a:t>✅ More efficient emergency response</a:t>
            </a:r>
            <a:endParaRPr sz="2000"/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220000"/>
              <a:buFont typeface="Calibri"/>
              <a:buNone/>
            </a:pPr>
            <a:r>
              <a:t/>
            </a:r>
            <a:endParaRPr sz="2000"/>
          </a:p>
        </p:txBody>
      </p:sp>
      <p:pic>
        <p:nvPicPr>
          <p:cNvPr id="139" name="Google Shape;139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42964" y="3066581"/>
            <a:ext cx="7098281" cy="324457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4" name="Google Shape;144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7219" y="1963784"/>
            <a:ext cx="6662246" cy="321545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10"/>
          <p:cNvSpPr txBox="1"/>
          <p:nvPr/>
        </p:nvSpPr>
        <p:spPr>
          <a:xfrm>
            <a:off x="916577" y="6699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lang="en-IN" sz="4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Further developments</a:t>
            </a:r>
            <a:endParaRPr sz="4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0"/>
          <p:cNvSpPr txBox="1"/>
          <p:nvPr/>
        </p:nvSpPr>
        <p:spPr>
          <a:xfrm>
            <a:off x="1247851" y="1470746"/>
            <a:ext cx="6655500" cy="51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Speech To Text(STT) module: Whisper API </a:t>
            </a:r>
            <a:endParaRPr/>
          </a:p>
          <a:p>
            <a:pPr indent="-342900" lvl="0" marL="3429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Text To Speech (TTS) module: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Prototyped using PYTTSX. </a:t>
            </a:r>
            <a:endParaRPr/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            Better options: Coqui TTS, Bark TTS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Virtual avatar </a:t>
            </a:r>
            <a:endParaRPr/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Train the system to answer a wider range of medical querie</a:t>
            </a: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2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What’s Next?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🔊 AI can listen &amp; speak! (Speech-to-Text &amp; Text-to-Speech)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🦾 Virtual assistant for medical queries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85750" lvl="0" marL="28575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Char char="•"/>
            </a:pPr>
            <a:r>
              <a:rPr lang="en-IN" sz="20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📈 Expanding AI’s knowledge for complex cases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45720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2025-02-13T10:51:15Z</dcterms:created>
  <dc:creator>SamAdmin</dc:creator>
</cp:coreProperties>
</file>